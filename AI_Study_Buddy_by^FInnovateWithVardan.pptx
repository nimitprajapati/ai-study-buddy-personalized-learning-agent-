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81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introduces AI Study Buddy, a personalized learning agent. Note: the GitHub repo currently only contains a title, so the content here is a concept outline you can refine.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learning is one-size-fits-all. Students struggle to see their own gaps and can't always get help when they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 define the product: it is personalized, interactive, and adaptive.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capabilities. You can trim or reorder these to match what the project actually implements.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continuous loop: understand, plan, teach, practice, adapt. The last step feeds back into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interface, agent, learner memory, and knowledge sources. Learner memory is what makes the agent personal.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side-by-side view of what changes for the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small with a working tutor, add personalization next, then scale to new platforms and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feedback and outlining the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 /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7" Type="http://schemas.openxmlformats.org/officeDocument/2006/relationships/image" Target="../media/image1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5.png" /><Relationship Id="rId4" Type="http://schemas.openxmlformats.org/officeDocument/2006/relationships/image" Target="../media/image1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Buddy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Learning Agent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companion that learns how you learn, and helps you study smarter.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GitHub project by </a:t>
            </a:r>
            <a:r>
              <a:rPr lang="en-US" sz="1100" dirty="0" err="1">
                <a:solidFill>
                  <a:srgbClr val="9D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NimitPrajapati</a:t>
            </a:r>
            <a:r>
              <a:rPr lang="en-US" sz="1100" dirty="0">
                <a:solidFill>
                  <a:srgbClr val="9D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Ayush </a:t>
            </a:r>
            <a:r>
              <a:rPr lang="en-US" sz="1100" dirty="0" err="1">
                <a:solidFill>
                  <a:srgbClr val="9DB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2651760" cy="2651760"/>
          </a:xfrm>
          <a:prstGeom prst="ellipse">
            <a:avLst/>
          </a:prstGeom>
          <a:solidFill>
            <a:srgbClr val="145C6B"/>
          </a:solidFill>
          <a:ln w="12700">
            <a:solidFill>
              <a:srgbClr val="145C6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0"/>
            <a:ext cx="10058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352044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010" y="3737610"/>
            <a:ext cx="434340" cy="4343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55280" y="640080"/>
            <a:ext cx="731520" cy="7315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8229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smarter study partner?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017520" cy="3200400"/>
          </a:xfrm>
          <a:prstGeom prst="roundRect">
            <a:avLst>
              <a:gd name="adj" fmla="val 454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017520" cy="3200400"/>
          </a:xfrm>
          <a:prstGeom prst="rect">
            <a:avLst/>
          </a:prstGeom>
          <a:noFill/>
          <a:ln/>
        </p:spPr>
        <p:txBody>
          <a:bodyPr wrap="square" lIns="330200" tIns="330200" rIns="330200" bIns="33020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every learner had a personal tutor?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977640" y="1463040"/>
            <a:ext cx="685800" cy="685800"/>
          </a:xfrm>
          <a:prstGeom prst="ellipse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90" y="16344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4632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pace for everyone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move at a fixed speed, so some learners fall behind while others get bored.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977640" y="2560320"/>
            <a:ext cx="685800" cy="685800"/>
          </a:xfrm>
          <a:prstGeom prst="ellipse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090" y="273177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46320" y="2468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knowledge gaps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don't know which topics they haven't truly mastered.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3977640" y="3657600"/>
            <a:ext cx="685800" cy="685800"/>
          </a:xfrm>
          <a:prstGeom prst="ellipse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9090" y="382905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4632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isn't always there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 appear late at night, when no teacher or tutor is available.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AI Study Buddy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builds a learning path around each student's goals, pace, and strengths.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685800" cy="6858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5488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and explanations shaped around who the learner is and what they need.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10312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2377440"/>
            <a:ext cx="685800" cy="6858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7610" y="25488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language and get clear, patient answers on demand.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210312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2377440"/>
            <a:ext cx="685800" cy="6858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10" y="254889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focus shift automatically as the learner improves.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schedules built from your goals and exam dates.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463040"/>
            <a:ext cx="502920" cy="5029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17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doubt solving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103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explanations whenever a question comes up.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63640" y="1463040"/>
            <a:ext cx="502920" cy="5029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370" y="158877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4630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and practice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103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matched to your current level.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0175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33261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strengths, weak spots, and improvement over time.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30175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520440" y="3200400"/>
            <a:ext cx="502920" cy="5029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6170" y="332613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revision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timed to help you remember more.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301752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63640" y="3200400"/>
            <a:ext cx="502920" cy="50292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9370" y="332613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simply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840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topic, explained at the depth you prefer.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53312" y="2514600"/>
            <a:ext cx="6437376" cy="0"/>
          </a:xfrm>
          <a:prstGeom prst="line">
            <a:avLst/>
          </a:prstGeom>
          <a:noFill/>
          <a:ln w="38100">
            <a:solidFill>
              <a:srgbClr val="B7D3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" y="2057400"/>
            <a:ext cx="914400" cy="9144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6072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9224" y="36576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student's goals, level, and preferred style.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231136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05456" y="2057400"/>
            <a:ext cx="914400" cy="9144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2286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85416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258568" y="36576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step-by-step path through the syllabus.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84048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0" y="2057400"/>
            <a:ext cx="914400" cy="9144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286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9476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3867912" y="36576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each concept with examples and analogies.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49824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724144" y="2057400"/>
            <a:ext cx="914400" cy="91440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2286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04104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477256" y="36576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knowledge with quizzes and quick checks.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059168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333488" y="2057400"/>
            <a:ext cx="914400" cy="9144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22860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13448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</a:t>
            </a:r>
            <a:endParaRPr lang="en-US" sz="2000" dirty="0"/>
          </a:p>
        </p:txBody>
      </p:sp>
      <p:sp>
        <p:nvSpPr>
          <p:cNvPr id="28" name="Text 21"/>
          <p:cNvSpPr txBox="1"/>
          <p:nvPr/>
        </p:nvSpPr>
        <p:spPr>
          <a:xfrm>
            <a:off x="7086600" y="36576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plan based on results, then repeat.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design. Adjust it to match your actual implementation.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68580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91840" y="1554480"/>
            <a:ext cx="5303520" cy="685800"/>
          </a:xfrm>
          <a:prstGeom prst="rect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5544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or web app where students ask, learn, and take quizzes.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2743200" cy="685800"/>
          </a:xfrm>
          <a:prstGeom prst="rect">
            <a:avLst/>
          </a:prstGeom>
          <a:solidFill>
            <a:srgbClr val="0F4B58"/>
          </a:solidFill>
          <a:ln w="12700">
            <a:solidFill>
              <a:srgbClr val="0F4B5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603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377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291840" y="2377440"/>
            <a:ext cx="5303520" cy="685800"/>
          </a:xfrm>
          <a:prstGeom prst="rect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20440" y="23774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planning, reasoning, and tools for explaining and quizzing.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2743200" cy="685800"/>
          </a:xfrm>
          <a:prstGeom prst="rect">
            <a:avLst/>
          </a:prstGeom>
          <a:solidFill>
            <a:srgbClr val="145C6B"/>
          </a:solidFill>
          <a:ln w="12700">
            <a:solidFill>
              <a:srgbClr val="145C6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832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00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memory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291840" y="3200400"/>
            <a:ext cx="5303520" cy="685800"/>
          </a:xfrm>
          <a:prstGeom prst="rect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520440" y="3200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goals, progress, and past mistakes stored to personalize sessions.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2743200" cy="685800"/>
          </a:xfrm>
          <a:prstGeom prst="rect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062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3291840" y="4023360"/>
            <a:ext cx="5303520" cy="685800"/>
          </a:xfrm>
          <a:prstGeom prst="rect">
            <a:avLst/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520440" y="4023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textbooks, PDFs, and curated study material.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studying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45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406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 Study Buddy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pace for everyone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 wait for a teacher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what to revise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practice questions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at your pace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seconds, anytime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weak topics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matched to your level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AI tutor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explanations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your notes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2004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profile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quizzes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35040" y="137160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645920"/>
            <a:ext cx="640080" cy="640080"/>
          </a:xfrm>
          <a:prstGeom prst="ellipse">
            <a:avLst/>
          </a:prstGeom>
          <a:solidFill>
            <a:srgbClr val="1B6E7E"/>
          </a:solidFill>
          <a:ln w="12700">
            <a:solidFill>
              <a:srgbClr val="1B6E7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18059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20040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mobile app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that adapts to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core features and tech stack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a first prototype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students and gather feedback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26480" y="1188720"/>
            <a:ext cx="2468880" cy="2468880"/>
          </a:xfrm>
          <a:prstGeom prst="ellipse">
            <a:avLst/>
          </a:prstGeom>
          <a:solidFill>
            <a:srgbClr val="145C6B"/>
          </a:solidFill>
          <a:ln w="12700">
            <a:solidFill>
              <a:srgbClr val="145C6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264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660</Words>
  <Application>Microsoft Office PowerPoint</Application>
  <PresentationFormat>On-screen Show (16:9)</PresentationFormat>
  <Paragraphs>111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Buddy - Personalized Learning Agent</dc:title>
  <dc:subject>PptxGenJS Presentation</dc:subject>
  <dc:creator>PptxGenJS</dc:creator>
  <cp:lastModifiedBy>Nimit Prajapati</cp:lastModifiedBy>
  <cp:revision>3</cp:revision>
  <dcterms:created xsi:type="dcterms:W3CDTF">2026-09-19T04:18:32Z</dcterms:created>
  <dcterms:modified xsi:type="dcterms:W3CDTF">2026-09-19T04:35:21Z</dcterms:modified>
</cp:coreProperties>
</file>